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7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wetasharma76331-code/blood-donor-volunteer-finder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C8232D"/>
                </a:solidFill>
              </a:rPr>
              <a:t>BloodConnect</a:t>
            </a:r>
          </a:p>
          <a:p>
            <a:pPr algn="ctr"/>
            <a:r>
              <a:rPr sz="2500" b="1">
                <a:solidFill>
                  <a:srgbClr val="142D4B"/>
                </a:solidFill>
              </a:rPr>
              <a:t>Blood Donor &amp; Volunteer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60520"/>
            <a:ext cx="3011465" cy="12388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C8232D"/>
                </a:solidFill>
              </a:defRPr>
            </a:pPr>
            <a:r>
              <a:rPr dirty="0"/>
              <a:t>Team </a:t>
            </a:r>
            <a:r>
              <a:rPr dirty="0" smtClean="0"/>
              <a:t>Leader</a:t>
            </a:r>
            <a:r>
              <a:rPr lang="en-US" dirty="0" smtClean="0"/>
              <a:t>: </a:t>
            </a:r>
            <a:r>
              <a:rPr lang="en-US" dirty="0" err="1" smtClean="0"/>
              <a:t>Shweta</a:t>
            </a:r>
            <a:r>
              <a:rPr lang="en-US" dirty="0" smtClean="0"/>
              <a:t> Sharma</a:t>
            </a:r>
            <a:endParaRPr dirty="0" smtClean="0"/>
          </a:p>
          <a:p>
            <a:pPr algn="l">
              <a:spcAft>
                <a:spcPts val="500"/>
              </a:spcAft>
              <a:defRPr sz="1800" b="0">
                <a:solidFill>
                  <a:srgbClr val="142D4B"/>
                </a:solidFill>
              </a:defRPr>
            </a:pPr>
            <a:r>
              <a:rPr dirty="0" smtClean="0"/>
              <a:t>Team </a:t>
            </a:r>
            <a:r>
              <a:rPr dirty="0" err="1" smtClean="0"/>
              <a:t>Member:</a:t>
            </a:r>
            <a:r>
              <a:rPr lang="en-US" dirty="0" err="1" smtClean="0"/>
              <a:t>Pari</a:t>
            </a:r>
            <a:endParaRPr dirty="0"/>
          </a:p>
          <a:p>
            <a:pPr algn="l">
              <a:spcAft>
                <a:spcPts val="500"/>
              </a:spcAft>
              <a:defRPr sz="1300" b="0">
                <a:solidFill>
                  <a:srgbClr val="142D4B"/>
                </a:solidFill>
              </a:defRPr>
            </a:pPr>
            <a:r>
              <a:rPr dirty="0"/>
              <a:t>BCA 2nd Year, Semester 3 | Hindu College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42D4B"/>
                </a:solidFill>
              </a:defRPr>
            </a:pPr>
            <a:r>
              <a:rPr dirty="0"/>
              <a:t>Roll No.: 25267557 | Session: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1.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The problem BloodConnect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Finding a suitable donor can require searching across scattered contacts.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A structured donor directory can reduce search effort.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The project focuses on blood group + city based matching.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Volunteer registration extends support beyond donor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2.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A simple database-driven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Search registered donors by blood group and city.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Register donors with essential details and availability.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Register volunteers with availability and help type.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Store and retrieve records using SQLite.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Provide a clear, beginner-friendly Streamlit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3.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 – application logic and data handling</a:t>
            </a:r>
          </a:p>
          <a:p>
            <a:r>
              <a:t>Streamlit – interactive web interface</a:t>
            </a:r>
          </a:p>
          <a:p>
            <a:r>
              <a:t>SQLite – local relational database</a:t>
            </a:r>
          </a:p>
          <a:p>
            <a:r>
              <a:t>HTML/CSS concepts – styling and layout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4.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How the application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User → Streamlit UI → Python logic → Database functions → SQLite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Registration validates input and inserts a record.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Search collects filters and retrieves matching donor rows.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Records module displays stored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5.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Most important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Open the Streamlit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Show Home → Find Donor.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Search using a blood group and city.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Show Donor Registration and successful submission.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Show Volunteer Registration and Records.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Use the supplied screenshots as backup if live access is unavailable.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6.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Problems faced during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Keeping multiple screens visually consistent.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Connecting forms to SQLite reliably.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Handling empty or unmatched search results.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Validating required fields.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Documenting many screens within a short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0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555"/>
                </a:solidFill>
                <a:latin typeface="Arial"/>
              </a:defRPr>
            </a:pPr>
            <a:r>
              <a:t>7. Your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41148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tlCol="0" anchor="t"/>
          <a:lstStyle/>
          <a:p>
            <a:pPr algn="ctr">
              <a:defRPr sz="1900" b="1">
                <a:solidFill>
                  <a:srgbClr val="D0242E"/>
                </a:solidFill>
                <a:latin typeface="Arial"/>
              </a:defRPr>
            </a:pPr>
            <a:r>
              <a:t>Team Details</a:t>
            </a:r>
          </a:p>
          <a:p>
            <a:pPr>
              <a:spcBef>
                <a:spcPts val="10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Team Leader: Shweta Sharma</a:t>
            </a:r>
          </a:p>
          <a:p>
            <a:pPr>
              <a:spcBef>
                <a:spcPts val="10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Team Member: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37560"/>
            <a:ext cx="3840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0242E"/>
                </a:solidFill>
                <a:latin typeface="Arial"/>
              </a:defRPr>
            </a:pPr>
            <a:r>
              <a:t>Role: Team Leader &amp; Developer</a:t>
            </a:r>
          </a:p>
          <a:p>
            <a:pPr>
              <a:spcBef>
                <a:spcPts val="800"/>
              </a:spcBef>
              <a:defRPr sz="1300">
                <a:solidFill>
                  <a:srgbClr val="173555"/>
                </a:solidFill>
                <a:latin typeface="Arial"/>
              </a:defRPr>
            </a:pPr>
            <a:r>
              <a:t>Focus: development, database, testing &amp;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234440"/>
            <a:ext cx="5532120" cy="4160520"/>
          </a:xfrm>
          <a:prstGeom prst="roundRect">
            <a:avLst/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tIns="182880" rIns="228600" rtlCol="0" anchor="t"/>
          <a:lstStyle/>
          <a:p>
            <a:pPr algn="ctr">
              <a:defRPr sz="1900" b="1">
                <a:solidFill>
                  <a:srgbClr val="D0242E"/>
                </a:solidFill>
                <a:latin typeface="Arial"/>
              </a:defRPr>
            </a:pPr>
            <a:r>
              <a:t>My Responsibilities</a:t>
            </a:r>
          </a:p>
          <a:p>
            <a:pPr>
              <a:spcBef>
                <a:spcPts val="12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• Project planning and task coordination</a:t>
            </a:r>
          </a:p>
          <a:p>
            <a:pPr>
              <a:spcBef>
                <a:spcPts val="12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• BloodConnect application development</a:t>
            </a:r>
          </a:p>
          <a:p>
            <a:pPr>
              <a:spcBef>
                <a:spcPts val="12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• Donor search and registration modules</a:t>
            </a:r>
          </a:p>
          <a:p>
            <a:pPr>
              <a:spcBef>
                <a:spcPts val="12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• Database integration and testing</a:t>
            </a:r>
          </a:p>
          <a:p>
            <a:pPr>
              <a:spcBef>
                <a:spcPts val="1200"/>
              </a:spcBef>
              <a:defRPr sz="1600">
                <a:solidFill>
                  <a:srgbClr val="173555"/>
                </a:solidFill>
                <a:latin typeface="Arial"/>
              </a:defRPr>
            </a:pPr>
            <a:r>
              <a:t>• Project documentation and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8.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Secure login and role-based access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Cloud database and deployment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Verified donor profiles and availability expiry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Location-based matching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Notifications through approved channels</a:t>
            </a:r>
          </a:p>
          <a:p>
            <a:pPr>
              <a:spcAft>
                <a:spcPts val="1000"/>
              </a:spcAft>
              <a:defRPr sz="1800">
                <a:solidFill>
                  <a:srgbClr val="142D4B"/>
                </a:solidFill>
              </a:defRPr>
            </a:pPr>
            <a:r>
              <a:t>Admin dashboard, audit logs, and stronger privacy controls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C8232D"/>
                </a:solidFill>
              </a:defRPr>
            </a:pPr>
            <a:r>
              <a:t>Blood Donor &amp; Volunteer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u="sng">
                <a:solidFill>
                  <a:srgbClr val="005AB4"/>
                </a:solidFill>
                <a:hlinkClick r:id="rId2"/>
              </a:rPr>
              <a:t>https://github.com/shwetasharma76331-code/blood-donor-volunteer-finder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49039"/>
            <a:ext cx="9601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2D4B"/>
                </a:solidFill>
              </a:defRPr>
            </a:pPr>
            <a:r>
              <a:t>Repository contains the BloodConnect project source code.</a:t>
            </a:r>
          </a:p>
          <a:p>
            <a:pPr>
              <a:spcAft>
                <a:spcPts val="1000"/>
              </a:spcAft>
              <a:defRPr sz="1700">
                <a:solidFill>
                  <a:srgbClr val="142D4B"/>
                </a:solidFill>
              </a:defRPr>
            </a:pPr>
            <a:r>
              <a:t>Technologies: Python, Streamlit, HTML, CSS and SQLite.</a:t>
            </a:r>
          </a:p>
          <a:p>
            <a:pPr>
              <a:spcAft>
                <a:spcPts val="1000"/>
              </a:spcAft>
              <a:defRPr sz="1700">
                <a:solidFill>
                  <a:srgbClr val="142D4B"/>
                </a:solidFill>
              </a:defRPr>
            </a:pPr>
            <a:r>
              <a:t>Main files include the application, database module, stylesheet and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9. Thank You +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232D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430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win-10</cp:lastModifiedBy>
  <cp:revision>3</cp:revision>
  <dcterms:created xsi:type="dcterms:W3CDTF">2013-01-27T09:14:16Z</dcterms:created>
  <dcterms:modified xsi:type="dcterms:W3CDTF">2026-09-22T14:45:14Z</dcterms:modified>
  <cp:category/>
</cp:coreProperties>
</file>